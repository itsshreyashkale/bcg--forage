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– Customer 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Situation:</a:t>
            </a:r>
          </a:p>
          <a:p>
            <a:r>
              <a:t>Customer churn is increasing, with a hypothesis that price sensitivity is the main driver.</a:t>
            </a:r>
          </a:p>
          <a:p/>
          <a:p>
            <a:r>
              <a:t>Complication:</a:t>
            </a:r>
          </a:p>
          <a:p>
            <a:r>
              <a:t>Multiple factors (usage, pricing, service, contract terms) may influence churn, not just price.</a:t>
            </a:r>
          </a:p>
          <a:p/>
          <a:p>
            <a:r>
              <a:t>Key Findings:</a:t>
            </a:r>
          </a:p>
          <a:p>
            <a:r>
              <a:t>- Churn dataset is imbalanced but identifiable</a:t>
            </a:r>
          </a:p>
          <a:p>
            <a:r>
              <a:t>- Price varies over time, indicating potential impact on decisions</a:t>
            </a:r>
          </a:p>
          <a:p>
            <a:r>
              <a:t>- High consumption and pricing features show variability</a:t>
            </a:r>
          </a:p>
          <a:p>
            <a:r>
              <a:t>- Some features (tenure, margins) may influence churn</a:t>
            </a:r>
          </a:p>
          <a:p/>
          <a:p>
            <a:r>
              <a:t>Recommendation:</a:t>
            </a:r>
          </a:p>
          <a:p>
            <a:r>
              <a:t>Implement targeted retention strategies focusing on price-sensitive segments and high-value customers.</a:t>
            </a:r>
          </a:p>
          <a:p/>
          <a:p>
            <a:r>
              <a:t>Next Steps:</a:t>
            </a:r>
          </a:p>
          <a:p>
            <a:r>
              <a:t>- Build predictive churn model</a:t>
            </a:r>
          </a:p>
          <a:p>
            <a:r>
              <a:t>- Identify high-risk customers</a:t>
            </a:r>
          </a:p>
          <a:p>
            <a:r>
              <a:t>- Test pricing strategies (discounts, offers)</a:t>
            </a:r>
          </a:p>
          <a:p/>
          <a:p>
            <a:r>
              <a:t>Business Impact:</a:t>
            </a:r>
          </a:p>
          <a:p>
            <a:r>
              <a:t>Reducing churn can significantly improve revenue retention and customer lifetime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